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daf8c4b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daf8c4b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s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 sz="28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775" y="2779600"/>
            <a:ext cx="9144000" cy="5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288855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>
                <a:solidFill>
                  <a:srgbClr val="EFEFEF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84887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84887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100"/>
              <a:buNone/>
              <a:defRPr sz="2100">
                <a:solidFill>
                  <a:srgbClr val="D9D9D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None/>
              <a:defRPr>
                <a:solidFill>
                  <a:srgbClr val="EFEFEF"/>
                </a:solidFill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>
                <a:solidFill>
                  <a:srgbClr val="EFEFEF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 sz="1800">
                <a:solidFill>
                  <a:srgbClr val="EFEFEF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inyurl.com/dufj2bz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Computing with MPC: Day 2                1/13/2022</a:t>
            </a:r>
            <a:endParaRPr/>
          </a:p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685800"/>
            <a:ext cx="6792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equality check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Voting among 3+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total “selling” power to total “buying”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</a:t>
            </a:r>
            <a:r>
              <a:rPr lang="en"/>
              <a:t>test statistics (hint: convert X/M &gt; Y/N to XN &gt; YM)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Matrix multiplication, outer product, inner product, determinant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Vickrey auction (winner is highest bid, price paid is second-highest bid)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Boolean operations either in Q=2 or larger Q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main tool: rewrite goals in “MPC-friendly” ways </a:t>
            </a:r>
            <a:br>
              <a:rPr lang="en"/>
            </a:br>
            <a:r>
              <a:rPr lang="en"/>
              <a:t>(e.g. conditionals -&gt; multiply by bit)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Colab notebook: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https://tinyurl.com/dufj2bzw</a:t>
            </a:r>
            <a:r>
              <a:rPr lang="en"/>
              <a:t> 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b="0" l="0" r="46831" t="0"/>
          <a:stretch/>
        </p:blipFill>
        <p:spPr>
          <a:xfrm>
            <a:off x="7103700" y="1206848"/>
            <a:ext cx="1927450" cy="3262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